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2743200" cy="27432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371600" cy="381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环境保护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C8E6C9"/>
                </a:solidFill>
              </a:defRPr>
            </a:pPr>
            <a:r>
              <a:t>珍爱地球 · 绿色未来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A5D6A7"/>
                </a:solidFill>
              </a:defRPr>
            </a:pPr>
            <a:r>
              <a:t>守护我们共同的家园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83080"/>
            <a:ext cx="101600" cy="1016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1783080"/>
            <a:ext cx="101600" cy="1016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1783080"/>
            <a:ext cx="101600" cy="1016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  / 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01  环境现状与挑战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02  大气污染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03  水污染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04  土壤污染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05  垃圾问题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06  个人环保行动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07  绿色能源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08  环保政策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09  结语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环境现状与挑战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🌍 全球气候变暖：近百年全球平均气温上升约0.74°C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🏭 工业排放：每年全球CO₂排放量超过360亿吨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🌊 海洋污染：每年约800万吨塑料垃圾流入海洋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🌳 森林砍伐：每年消失的森林面积相当于一个英国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🦋 生物多样性：约100万种动植物面临灭绝威胁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🔴 这些挑战需要全人类共同面对和解决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大气污染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主要污染物：PM2.5、PM10、SO₂、NOₓ、O₃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排放来源：工厂废气、汽车尾气、燃煤取暖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健康影响：呼吸道疾病、心血管疾病、肺癌风险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环境效应：酸雨、光化学烟雾、温室效应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📊 世界卫生组织数据：全球每10人中有9人呼吸被污染的空气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水污染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工业废水：重金属、有机溶剂、有毒化学物质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农业污染：化肥、农药流入江河湖泊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生活污水：洗涤剂、油污、生活垃圾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石油泄漏：对海洋生态系统造成毁灭性打击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💧 全球约22亿人缺乏安全管理的饮用水服务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土壤污染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污染源：工业废弃物、农药化肥、重金属沉降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影响：土壤肥力下降、农作物污染、地下水污染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修复难度：土壤自净能力弱，治理周期长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🌱 中国受污染耕地面积约1.5亿亩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🌱 土壤修复需要几十年甚至上百年的时间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垃圾问题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全球每年产生超过20亿吨固体垃圾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塑料垃圾：难以降解，微塑料已进入食物链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电子垃圾：含重金属和有毒物质，回收率低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♻️ 解决方案：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    • 垃圾分类——资源化利用的基础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    • 源头减量——减少一次性用品使用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    • 循环经济——变废为宝，零废弃生活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个人环保行动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绿色出行：步行、骑行、公共交通、新能源车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节能减排：随手关灯、节约用水、合理使用空调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垃圾分类：正确分类投放，减少垃圾产生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绿色消费：选择环保产品，拒绝过度包装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减少浪费：光盘行动，旧物再利用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植树造林：参与绿化活动，增加碳汇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🌿 每个人小小的改变，汇聚成巨大的力量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绿色能源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☀️ 太阳能：光伏发电，取之不尽用之不竭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💨 风能：风力发电，清洁可再生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🌊 水能：水力发电，技术成熟稳定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🌋 地热能：利用地球内部热能供暖发电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🌾 生物质能：利用有机废弃物转化能源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⚡ 到2050年，可再生能源有望满足全球80%以上的电力需求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环保政策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《巴黎协定》——全球气候治理的重要里程碑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中国“双碳”目标：2030碳达峰·2060碳中和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长江保护法——中国首部流域保护法律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垃圾分类政策——全国46个城市先行实施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“绿水青山就是金山银山”发展理念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🌏 政策引领，全民参与，共建美丽地球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9144000" cy="10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保护环境，从我做起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474720"/>
            <a:ext cx="27432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B5E20"/>
                </a:solidFill>
              </a:defRPr>
            </a:pPr>
            <a:r>
              <a:t>每个人都是地球的守护者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t>让我们携手共创绿色未来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336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2064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
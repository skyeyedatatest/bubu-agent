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solidFill>
                  <a:srgbClr val="DCDCDC"/>
                </a:solidFill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